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ĐỒ ÁN THIẾT KẾ MẠNG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tài: Thiết kế và triển khai mạng Metro Ethernet sử dụng MPLS</a:t>
            </a:r>
          </a:p>
          <a:p>
            <a:r>
              <a:t>Sinh viên: Huỳnh Nguyễn Quốc Việt - 52300267</a:t>
            </a:r>
          </a:p>
          <a:p>
            <a:r>
              <a:t>Ngành: Mạng máy tính và truyền thông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Mục tiêu và Phạm vi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Xây dựng mô hình Metro Ethernet MAN kết nối đa chi nhánh.</a:t>
            </a:r>
          </a:p>
          <a:p>
            <a:r>
              <a:t>- Triển khai kỹ thuật chuyển mạch nhãn MPLS (Multiprotocol Label Switching).</a:t>
            </a:r>
          </a:p>
          <a:p>
            <a:r>
              <a:t>- So sánh hiệu năng giữa 3 kiến trúc LAN: Flat, 3-Tier và Leaf-Spine.</a:t>
            </a:r>
          </a:p>
          <a:p>
            <a:r>
              <a:t>- Đánh giá khả năng mở rộng và tính bảo mật của mạng lõi ISP.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Thiết kế Topology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ISP Core: Router P1, P2 chạy OSPF/LDP.</a:t>
            </a:r>
          </a:p>
          <a:p>
            <a:r>
              <a:t>- ISP Edge: Router PE1, PE2 kết nối khách hàng.</a:t>
            </a:r>
          </a:p>
          <a:p>
            <a:r>
              <a:t>- Site A: Flat Network (Mô hình doanh nghiệp nhỏ).</a:t>
            </a:r>
          </a:p>
          <a:p>
            <a:r>
              <a:t>- Site B: Core-Dist-Access (Mô hình tiêu chuẩn).</a:t>
            </a:r>
          </a:p>
          <a:p>
            <a:r>
              <a:t>- Site C: Leaf-Spine (Mô hình Data Center).</a:t>
            </a:r>
          </a:p>
        </p:txBody>
      </p:sp>
      <p:pic>
        <p:nvPicPr>
          <p:cNvPr id="4" name="Picture 3" descr="network_detailed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389120" cy="2785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Hiện thực hóa trên Mininet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Sử dụng LinuxRouter và OVS Switches.</a:t>
            </a:r>
          </a:p>
          <a:p>
            <a:r>
              <a:t>- Cấu hình STP cho Site C để chống Loop lớp 2.</a:t>
            </a:r>
          </a:p>
          <a:p>
            <a:r>
              <a:t>- Quy hoạch IP khoa học: /30 cho Backbone, /24 cho LAN.</a:t>
            </a:r>
          </a:p>
          <a:p>
            <a:r>
              <a:t>- Kiểm tra Nodes/Net: Đầy đủ 11 Switch, 7 Router và 10 Hosts.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[Thieu anh: mininet_nodes_net.png]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Minh chứng Hội tụ định tuyến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OSPF đạt trạng thái FULL giữa P và PE.</a:t>
            </a:r>
          </a:p>
          <a:p>
            <a:r>
              <a:t>- LDP phát nhãn tự động cho các dải Loopback và LAN.</a:t>
            </a:r>
          </a:p>
          <a:p>
            <a:r>
              <a:t>- Bảng định tuyến xuất hiện 'Label' (24, 25, implicit-null).</a:t>
            </a:r>
          </a:p>
          <a:p>
            <a:r>
              <a:t>- Chứng minh dữ liệu đi qua hầm MPLS thay vì IP thuần.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[Thieu anh: ospf_neighbor.png]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Kiểm tra kết nối &amp; Tính ẩn danh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Ping xuyên chi nhánh: Đạt 0% Loss, RTT ổn định.</a:t>
            </a:r>
          </a:p>
          <a:p>
            <a:r>
              <a:t>- Traceroute: Xuất hiện dấu * * * tại các hop mạng lõi.</a:t>
            </a:r>
          </a:p>
          <a:p>
            <a:r>
              <a:t>- Giải thích: Tính năng ẩn IP của MPLS giúp bảo mật hạ tầng ISP.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7432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[Thieu anh: traceroute_mpls.png]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Đánh giá Thông lượng (Throughput)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Site B -&gt; Site C (Nội bộ PE): Đạt băng thông cao nhất (~189Mbps).</a:t>
            </a:r>
          </a:p>
          <a:p>
            <a:r>
              <a:t>- Site A -&gt; Site B (Xuyên lõi): Bị giới hạn bởi nút thắt WAN (~100Mbps).</a:t>
            </a:r>
          </a:p>
          <a:p>
            <a:r>
              <a:t>- Leaf-Spine thể hiện sự ổn định vượt trội khi có lưu lượng cao.</a:t>
            </a:r>
          </a:p>
        </p:txBody>
      </p:sp>
      <p:pic>
        <p:nvPicPr>
          <p:cNvPr id="4" name="Picture 3" descr="chart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38912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Phân tích Độ trễ (RTT)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Độ trễ trung bình duy trì mức 20ms - 27ms.</a:t>
            </a:r>
          </a:p>
          <a:p>
            <a:r>
              <a:t>- MPLS giúp giảm Overhead xử lý tại Core Router.</a:t>
            </a:r>
          </a:p>
          <a:p>
            <a:r>
              <a:t>- Kiến trúc LAN phân tầng giúp tăng tính sẵn sàng (Availability).</a:t>
            </a:r>
          </a:p>
        </p:txBody>
      </p:sp>
      <p:pic>
        <p:nvPicPr>
          <p:cNvPr id="4" name="Picture 3" descr="chart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0"/>
            <a:ext cx="438912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Tổng kết đồ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Hoàn thành 100% mục tiêu thiết kế và triển khai.</a:t>
            </a:r>
          </a:p>
          <a:p>
            <a:r>
              <a:t>- Hệ thống tự động hóa hoàn toàn từ cấu hình đến đo lường.</a:t>
            </a:r>
          </a:p>
          <a:p>
            <a:r>
              <a:t>- Nắm vững công nghệ chuyển mạch nhãn hiện đại nhất hiện nay.</a:t>
            </a:r>
          </a:p>
          <a:p>
            <a:r>
              <a:t>- Hướng phát triển: Triển khai QoS và Traffic Engineering trên MPLS.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